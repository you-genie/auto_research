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Latent Reasoning은 LLM의 추론 과정을 자연어 토큰이 아닌 모델 내부의 연속 공간(hidden state)에서 직접 수행하는 접근 방식입니다. 오늘은 이 분야를 대표하는 5개 논문을 종합적으로 살펴보겠습니다.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Chain-of-Thought 추론은 모델의 풍부한 내부 표현을 15 bits짜리 토큰으로 강제 압축합니다. 2,560차원 FP16 hidden state는 40,960 bits의 정보를 담을 수 있는데, 이를 단일 토큰으로 줄이는 순간 막대한 정보 손실이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표준 CoT는 세 가지 근본적 문제를 가집니다. 첫째, 매 step마다 하나의 토큰을 선택하므로 병렬 경로 탐색이 불가능합니다. 둘째, 언어 연결사가 추론 예산을 낭비합니다. 셋째, 자연어 토큰의 표현 대역폭은 hidden state의 1/2700에 불과합니다.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Rui-Jie Zhu et al.의 서베이(arXiv 2507.06203)는 Latent Reasoning을 두 축으로 분류합니다. Vertical Recurrent는 같은 레이어를 깊이 방향으로 반복하고, Horizontal Recurrent는 시퀀스 방향으로 hidden state를 전파합니다. Diffusion 기반 접근은 연속 공간에서 추론 경로를 탐색합니다.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Coconut의 핵심은 단순합니다. 일반 LLM은 hidden state를 vocab에 project해서 토큰을 고르고, 그 토큰을 다시 임베딩합니다. Coconut은 이 병목을 제거하고 마지막 레이어 hidden state를 그대로 다음 스텝의 입력으로 사용합니다. N번 반복 후 최종 답변만 자연어로 출력합니다.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Coconut은 점진적으로 CoT 스텝을 continuous thought로 교체하는 Multi-Stage Curriculum으로 학습합니다. 특히 주목할 점은 명시적인 BFS supervision 없이도 continuous thought가 여러 추론 경로를 동시에 인코딩하는 BFS-like behavior를 보인다는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HRM은 대뇌 피질 계층 구조에서 영감받은 두 모듈 아키텍처입니다. H-module은 고차원 장기 계획을 담당하고(Participation Ratio: 89.95), L-module은 빠른 세부 계산을 처리합니다(PR: 30.22). L-module이 fixed point에 수렴하면 H-module이 한 번 업데이트하고, L-module이 리셋되는 사이클로 작동합니다.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HRM의 결과는 충격적입니다. 27M 파라미터, 1,000 샘플, pretraining 없이 ARC-AGI-1에서 40.3%를 달성했습니다. Claude 3.7 Sonnet(21.2%)과 o3-mini-high(34.5%)를 압도합니다. Sudoku-Extreme과 Maze-Hard에서는 CoT 모델들이 0%를 기록하는 반면 HRM은 95%를 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 Thinking은 inference 방식만 바꾸는 training-free 방법입니다. argmax로 단 하나의 토큰을 선택하는 대신, vocabulary 전체에 걸친 확률 가중합으로 concept token을 구성합니다. 오늘 당장 기존 모델에 적용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AIME 2024는 미국수학경시대회 예선 문제로 최고 난이도 추론 벤치마크입니다. Soft Thinking은 여기서 +6.45%p를 달성합니다. 흥미롭게도 generation length도 11.6~22.4% 감소합니다.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Quiet-STaR는 '모든 텍스트에는 명시되지 않은 추론 과정이 잠재한다'는 가설에서 출발합니다. Task-specific fine-tuning 없이, 자연 텍스트 corpus만으로 Mistral-7B의 GSM8K를 5.9%에서 10.9%로 끌어올렸습니다.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흐름은 서로 다른 각도에서 같은 문제를 공략합니다. Coconut과 HRM은 학습이 필요하지만 stronger guarantee를 제공합니다. Soft Thinking은 즉시 적용 가능합니다. Quiet-STaR는 pretraining 단계에서 적용해 기반 능력 자체를 끌어올립니다.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미해결 과제는 해석성입니다. 내부 latent thought를 사람이 읽을 수 없으므로 디버깅과 alignment 감사가 불가능합니다. RLHF는 surface 토큰에만 작용하므로 misaligned latent reasoning이 탐지되지 않을 위험이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살펴본 5개 논문은 Latent Reasoning의 주요 흐름을 잘 대표합니다. Survey(분류 체계), Coconut(continuous feedback), HRM(architectural recurrence), Soft Thinking(training-free superposition), Quiet-STaR(self-supervised). 질문 있으시면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960120"/>
            <a:ext cx="73152" cy="3108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0058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토큰 없이 사고하는 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핵심 논문 종합 리뷰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Survey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67128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67128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31336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31336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95544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95544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59752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59752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47731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A8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2026.05.08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토큰으로 생각하면 안 되나?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64008" cy="109728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033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토큰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2710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bits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 step (log2 32k vocab)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21992"/>
            <a:ext cx="64008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2951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532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85800" y="29809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 step (2,560-dim FP16)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83864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483864"/>
            <a:ext cx="64008" cy="1097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5570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대역폭 차이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x2,700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5800" y="42428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&gt; discrete token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960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대역폭 비교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1325880"/>
            <a:ext cx="45720" cy="25603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3931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bits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1325880"/>
            <a:ext cx="1645920" cy="2560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20640" y="2423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x2,700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CoT가 부족한가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100584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1051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압축 손실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143560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 40,960 bits -&gt; 토큰 15 bits  |  2,700배 표현 손실 발생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21992"/>
            <a:ext cx="1005840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221992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31343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Premature Commitment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step 단일 경로 선택  |  병렬 탐색 원칙적으로 불가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83864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483864"/>
            <a:ext cx="1005840" cy="109728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483864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600200" y="357530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Fluency 토큰 낭비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00200" y="39593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"we know that", "therefore" 등 언어 연결사가 추론 예산 소비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Reasoning의 3가지 흐름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960120"/>
            <a:ext cx="2633472" cy="68580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3327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Vertical Recurrent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레이어를 깊이 방향으로 반복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  HRM  Universal Transformer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8211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82112" y="960120"/>
            <a:ext cx="2633472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211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86791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Horizontal Recurrent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1927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방향으로 hidden state 전파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1927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927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Mamba-2  TTT  Titans  RWKV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1675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16752" y="960120"/>
            <a:ext cx="2633472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1675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70255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Diffusion-based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5391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공간에서 확산으로 추론 경로 탐색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5391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5391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5391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DiffuLLaMA  Dream  D3PM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arXiv:2507.06203 — A Survey on Latent Reasoning (Zhu et al., 33인 공저, 2025)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Coconut: Hidden State가 곧 생각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h_t -&gt; vocab proj -&gt; token -&gt; embed -&gt; h_{t+1}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190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 -&gt; 15 bits 병목 발생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084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-&gt; re-encode = 정보 손실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 (COntinuous Chain Of THought)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h_t -&gt; (직접) -&gt; e_{t+1}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6027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디코딩 단계 완전 제거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968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N번 반복 후 자연어로 최종 답변 출력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960120"/>
            <a:ext cx="4114800" cy="361188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078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아이디어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레이어 hidden state h_t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다음 입력 임베딩 e_{t+1}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Vocab projection 없음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Detokenize 없음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Re-embed 없음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383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정보 손실 ZERO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arXiv:2412.06769 — Coconut (Meta FAIR + UCSD, COLM 2025)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Coconut: Multi-Stage Curriculum + 결과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1개 -&gt; Latent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K개 -&gt; Latent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796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solidFill>
            <a:srgbClr val="F97316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K+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Latent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Task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 CoT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Standard CoT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Coconut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~85%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~89%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ProntoQA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~45%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~72%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~78%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ProsQA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~55%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~68%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BFS Emergent Behavior: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명시적 supervision 없이 continuous thought가 여러 경로를 동시 인코딩 -&gt; 병렬 탐색 자발적 발현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뇌를 닮은 두 시간 스케일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931920" cy="2011680"/>
          </a:xfrm>
          <a:prstGeom prst="rect">
            <a:avLst/>
          </a:prstGeom>
          <a:solidFill>
            <a:srgbClr val="0F1E3C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H-module  (High-Level)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 느린 추상 plan 생성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7647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업데이트: T 타임스텝마다 1회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122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Participation Ratio: 89.95 (고차원)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459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뇌의 Prefrontal Cortex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3931920" cy="1828800"/>
          </a:xfrm>
          <a:prstGeom prst="rect">
            <a:avLst/>
          </a:prstGeom>
          <a:solidFill>
            <a:srgbClr val="0F1E3C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108960"/>
            <a:ext cx="3931920" cy="3657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108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L-module  (Low-Level)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 빠른 세부 계산 처리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8862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업데이트: 매 타임스텝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Participation Ratio: 30.22 (저차원)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뇌의 Sensory-Motor Cortex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96012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0060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Recurrent 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L-module -&gt; fixed point 수렴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1682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H-module 한 번 업데이트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1993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L-module 리셋 -&gt; 다음 사이클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00600" y="2304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Single forward pass -&gt; 최종 답변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292608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00600" y="2971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특징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3756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1-step gradient (IFT)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O(1)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3675888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Supervision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안정화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00600" y="401421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(Q-learning)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halting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00600" y="4352544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데이터: 1,000 샘플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pretraining 없음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arXiv:2506.21734 — HRM (Sapient Intelligence + Tsinghua University, 2025)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27M 파라미터로 Claude 3.7 격파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2560320" cy="2194560"/>
          </a:xfrm>
          <a:prstGeom prst="rect">
            <a:avLst/>
          </a:prstGeom>
          <a:solidFill>
            <a:srgbClr val="1A2F52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40.3%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57200" y="21762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ARC-AGI-1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5237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27M params  |  1,000 samples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46120" y="115214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3.7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97280"/>
            <a:ext cx="2498547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80859" y="115214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21.2%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46120" y="19751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o3-mini-high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1920240"/>
            <a:ext cx="4066032" cy="5029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48344" y="197510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34.5%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27980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 (27M)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2743200"/>
            <a:ext cx="4749597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31909" y="27980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40.3%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8229600" cy="658368"/>
          </a:xfrm>
          <a:prstGeom prst="rect">
            <a:avLst/>
          </a:prstGeom>
          <a:solidFill>
            <a:srgbClr val="1A2F52"/>
          </a:solidFill>
          <a:ln w="12700">
            <a:solidFill>
              <a:srgbClr val="2A3F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741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Sudoku-Extreme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0" y="33741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</a:t>
            </a:r>
            <a:pPr indent="0" marL="0">
              <a:buNone/>
            </a:pPr>
            <a:r>
              <a:rPr lang="en-US" sz="13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~95%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모델: </a:t>
            </a:r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229600" cy="658368"/>
          </a:xfrm>
          <a:prstGeom prst="rect">
            <a:avLst/>
          </a:prstGeom>
          <a:solidFill>
            <a:srgbClr val="1A2F52"/>
          </a:solidFill>
          <a:ln w="12700">
            <a:solidFill>
              <a:srgbClr val="2A3F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1513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Maze-Hard 30x30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0" y="415137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</a:t>
            </a:r>
            <a:pPr indent="0" marL="0">
              <a:buNone/>
            </a:pPr>
            <a:r>
              <a:rPr lang="en-US" sz="13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~95%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모델: </a:t>
            </a:r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Thinking: Training-free Latent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34747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추론 (argmax)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next_token = argmax(logits)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next_embed = E[next_token]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402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단점: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 하나의 토큰 선택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경로 모두 폐기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960120"/>
            <a:ext cx="406908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960120"/>
            <a:ext cx="4069080" cy="347472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96012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 (weighted sum)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41732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probs = softmax(logits)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173736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e_next = probs @ E  # weighted sum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22402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vocab 전체 확률 가중합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경로가 superposition으로 살아있음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e_next  =  </a:t>
            </a:r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p[k] * e(k)     (k = 1 ... |V|)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arXiv:2505.15778 — Soft Thinking (UCSB/UCSC/UCLA/Purdue/LMSYS/Microsoft, NeurIPS 2025)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2024에서 +6.45%p  (QwQ-32B 기준)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286000" cy="2103120"/>
          </a:xfrm>
          <a:prstGeom prst="rect">
            <a:avLst/>
          </a:prstGeom>
          <a:solidFill>
            <a:srgbClr val="1A2F52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33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2024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35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+6.45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%p 향상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76.88% -&gt; 83.33%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987552"/>
          <a:ext cx="5715000" cy="310896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645920"/>
                <a:gridCol w="868680"/>
              </a:tblGrid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Standard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Soft Thinking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향상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MATH-500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97.66%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98.00%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+0.34%p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AIME 2024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76.88%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83.33%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+6.45%p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GPQA-Diamond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67.17%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+3.00%p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HumanEval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97.63%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+0.54%p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96.67%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96.81%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+0.14%p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160520"/>
            <a:ext cx="7863840" cy="685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Generation length 11.6~22.4% 감소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 정확도 UP  효율 UP  동시 달성  |  3개 모델에서 일관된 개선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Quiet-STaR: 모든 토큰에서 조용히 생각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Think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&lt;startofthought&gt; 마커 발사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rationale 샘플 (출력 안 됨)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토큰 위치에서 병렬로 수행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Talk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31012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rationale 있는 next-token 분포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rationale 없는 분포를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mixing head로 조합 -&gt; p_final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Learn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14476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토큰 likelihood 개선 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REINFORCE로 reward 부여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더 좋은 rationale 자동 학습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206240"/>
            <a:ext cx="8321040" cy="731520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206240"/>
            <a:ext cx="8046720" cy="7315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Mistral-7B  (zero-shot, continued pretrain):  </a:t>
            </a:r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GSM8K  5.9% -&gt; 10.9%  </a:t>
            </a:r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 CommonsenseQA  36.3% -&gt; 47.2%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arXiv:2403.09629 — Quiet-STaR (ICLR 2025)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Reasoning의 4가지 흐름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686800" cy="292608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828800"/>
                <a:gridCol w="1645920"/>
                <a:gridCol w="137160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논문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메커니즘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FA3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Continuous Feedback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Coconut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h_t -&gt; e_{t+1}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BFS emergent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9731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Concept Superposition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Soft Thinking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 p[k]*e(k)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Training-free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Architectural Recurrence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HRM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H/L 모듈 계층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소형 모델 가능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Self-supervised Thought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Quiet-STaR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REINFORCE reward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Pretrain 단계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Pretrain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동인: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비효율 극복  |  Hidden state 대역폭 활용 (~2,700x)  |  Test-time compute의 새 차원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5가지 열린 질문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73152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17957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해석성 (Interpretability)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4533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thought는 사람이 읽을 수 없음 -&gt; 디버깅 및 alignment 감사 불가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60120"/>
            <a:ext cx="73152" cy="11704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117957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불안정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54533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Recurrent 구조의 gradient 폭발·소실 -&gt; 일반적 해법 미확립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286000"/>
            <a:ext cx="73152" cy="1170432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3317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50545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추론 확장성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287121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 step 확장 시 신호 감쇠 -&gt; 초기 latent 정보 희석 문제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286000"/>
            <a:ext cx="73152" cy="11704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3317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250545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 부족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287121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평가는 GSM8K·ARC-AGI 중심 -&gt; latent 고유 강점 미측정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82296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611880"/>
            <a:ext cx="73152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657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831336"/>
            <a:ext cx="8001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 &amp; Alignment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4197096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Internal thought = RLHF 사각지대 -&gt; misaligned reasoning 탐지 불가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자료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58952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60120"/>
            <a:ext cx="64008" cy="10515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332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Survey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arXiv:2507.06203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184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Zhu et al., 33인 공저, UCSC·Fudan·M-A-P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960120"/>
            <a:ext cx="64008" cy="10515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0332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arXiv:2412.06769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16184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Hao et al., Meta FAIR + UCSD (COLM 2025)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167128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167128"/>
            <a:ext cx="64008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240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arXiv:2506.21734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2825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Wang et al., Sapient Intelligence + Tsinghua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167128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167128"/>
            <a:ext cx="64008" cy="10515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240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arXiv:2505.15778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825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UCSB/UCSC/UCLA/Purdue/LMSYS/Microsoft (NeurIPS 2025)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374136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374136"/>
            <a:ext cx="64008" cy="10515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472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37398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arXiv:2403.09629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4032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Zelikman et al. (ICLR 2025)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374136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A0BC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3374136"/>
            <a:ext cx="64008" cy="1051560"/>
          </a:xfrm>
          <a:prstGeom prst="rect">
            <a:avLst/>
          </a:prstGeom>
          <a:solidFill>
            <a:srgbClr val="A0BCD8"/>
          </a:solidFill>
          <a:ln w="12700">
            <a:solidFill>
              <a:srgbClr val="A0BC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4472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LatentCoT-Horizon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46320" y="37398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github.com/multimodal-art-projection/LatentCoT-Horizon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032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M-A-P 논문 컬렉션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617720"/>
            <a:ext cx="822960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177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Latent Reasoning</dc:title>
  <dc:subject>PptxGenJS Presentation</dc:subject>
  <dc:creator>Research Producer</dc:creator>
  <cp:lastModifiedBy>Research Producer</cp:lastModifiedBy>
  <cp:revision>1</cp:revision>
  <dcterms:created xsi:type="dcterms:W3CDTF">2026-05-08T00:11:23Z</dcterms:created>
  <dcterms:modified xsi:type="dcterms:W3CDTF">2026-05-08T00:11:23Z</dcterms:modified>
</cp:coreProperties>
</file>