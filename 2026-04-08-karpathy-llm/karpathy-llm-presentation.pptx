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Andrej Karpathy는 OpenAI 공동 창업자이자 Tesla AI 디렉터 출신으로, 현재는 AI 교육 스타트업 Eureka Labs를 운영하고 있습니다. 이 발표에서는 그의 주요 LLM 프로젝트와 철학을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7개 섹션으로 구성되어 있으며, 각 섹션별로 Karpathy의 프로젝트와 철학을 단계적으로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Karpathy는 단순한 AI 연구자를 넘어, 복잡한 개념을 극도로 단순하게 가르치는 것으로 유명합니다.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Stanford에서 CS231n 강의를 설계하고, 2015년 150명에서 2017년 750명 수강 규모로 성장시킨 교육자 DNA가 그의 커리어 전반에 흐릅니다.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Karpathy의 프로젝트들은 micro → mini → nano → micro 사이클로 지속적으로 단순화를 추구합니다.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프로젝트는 이전 프로젝트의 교훈을 흡수하며 발전해 왔습니다. microGPT는 이 10년 여정의 집대성입니다.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'The simplest, fastest repository for training/finetuning medium-sized GPTs.' — nanoGPT README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llm.c는 단순히 교육용이 아닙니다. 실제 성능에서도 PyTorch를 앞서는 구현입니다.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 decade-long obsession to simplify LLMs to their bare essentials' — Karpathy,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8월 시작된 강의 시리즈. 현재까지 수백만 명이 시청한 딥러닝 교육 콘텐츠입니다.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강의는 이전 강의의 코드를 기반으로 발전합니다. PyTorch .backward()가 내부적으로 어떻게 동작하는지까지 직접 구현합니다.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'The best way to understand something is to build it from scratch.' — Karpathy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Karpathy는 2017년부터 소프트웨어 패러다임의 변화를 예측해왔습니다.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2.0은 2017년에, Software 3.0은 2025년에 Karpathy가 제시한 프레임워크입니다.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4월 Karpathy가 공개한 LLM Knowledge Base는 RAG를 우회하는 새로운 지식 관리 패러다임입니다.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2024년 2월 OpenAI를 떠난 Karpathy는 7월 Eureka Labs를 창업했습니다.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교육 플랫폼이 콘텐츠를 올리는 데 그친다면, Eureka Labs는 AI 조교가 실시간으로 학습자를 가이드하는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17개 챕터로 구성. 아직 개발 중이나 GitHub에 실라버스가 공개되어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10년간의 교육 활동에서 일관되게 나타나는 패턴들입니다.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 원칙은 Karpathy의 모든 프로젝트와 강의에서 일관되게 나타납니다.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단계는 자연스럽게 다음 단계로 연결됩니다. 서두르지 말고 각 단계를 완전히 이해한 후 넘어가는 것이 Karpathy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Karpathy는 최고의 AI 연구자이자 최고의 교육자입니다. 그의 강의 시리즈는 무료이고, 코드는 모두 공개되어 있습니다. 오늘 당장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있으시면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43F5C"/>
          </a:solidFill>
          <a:ln w="12700">
            <a:solidFill>
              <a:srgbClr val="243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274320" y="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0" b="1" dirty="0">
                <a:solidFill>
                  <a:srgbClr val="243F5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&amp; Education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Karpathy의 LLM 세계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nanoGPT부터 microGPT까지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단순한 방법으로 이해하는 LLM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3200400" cy="0"/>
          </a:xfrm>
          <a:prstGeom prst="line">
            <a:avLst/>
          </a:prstGeom>
          <a:noFill/>
          <a:ln w="1905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2026-04-08  |  Auto Research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09728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micrograd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minGPT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LLM101n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8412480" cy="493776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78992"/>
            <a:ext cx="640080" cy="4937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155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1155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Karpathy는 누구인가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1609344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609344"/>
            <a:ext cx="640080" cy="49377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6459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16459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프로젝트 라인업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65760" y="2139696"/>
            <a:ext cx="8412480" cy="493776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39696"/>
            <a:ext cx="640080" cy="4937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1762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217627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Zero to Hero 강의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5760" y="2670048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2670048"/>
            <a:ext cx="640080" cy="49377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70662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27066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철학: Software 1.0 → 3.0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65760" y="3200400"/>
            <a:ext cx="8412480" cy="493776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3200400"/>
            <a:ext cx="640080" cy="4937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323697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활동: microGPT &amp; LLM Knowledge Base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65760" y="3730752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3730752"/>
            <a:ext cx="640080" cy="49377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7673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97280" y="37673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Labs &amp; LLM101n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65760" y="4261104"/>
            <a:ext cx="8412480" cy="493776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65760" y="4261104"/>
            <a:ext cx="640080" cy="4937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2976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97280" y="42976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실무자에게 주는 시사점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Karpathy는 누구인가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슬로박-캐나다 출신 AI 연구자 / 교육자 / 창업자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커리어 타임라인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097280" y="2834640"/>
            <a:ext cx="813816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5156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51560"/>
            <a:ext cx="1554480" cy="20116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69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2011–15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박사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17830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지도교수: Fei-Fei 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CS231n 강의 설계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87552" y="2724912"/>
            <a:ext cx="219456" cy="21945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5960" y="105156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65960" y="1051560"/>
            <a:ext cx="1554480" cy="2011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65960" y="1069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창업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29968" y="17830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 창업 멤버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33472" y="2724912"/>
            <a:ext cx="219456" cy="219456"/>
          </a:xfrm>
          <a:prstGeom prst="ellipse">
            <a:avLst/>
          </a:prstGeom>
          <a:solidFill>
            <a:srgbClr val="ED7D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11880" y="105156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11880" y="1051560"/>
            <a:ext cx="1554480" cy="20116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1069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AI 디렉터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75888" y="17830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AI 총괄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 개발 리드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79392" y="2724912"/>
            <a:ext cx="219456" cy="21945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57800" y="105156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257800" y="1051560"/>
            <a:ext cx="1554480" cy="2011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1069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0352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복귀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21808" y="17830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 재합류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2024.02 퇴사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25312" y="2724912"/>
            <a:ext cx="219456" cy="219456"/>
          </a:xfrm>
          <a:prstGeom prst="ellipse">
            <a:avLst/>
          </a:prstGeom>
          <a:solidFill>
            <a:srgbClr val="ED7D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03720" y="105156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03720" y="1051560"/>
            <a:ext cx="1554480" cy="20116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3720" y="10698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94944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Labs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967728" y="17830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스타트업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LLM101n 개발 중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571232" y="2724912"/>
            <a:ext cx="219456" cy="219456"/>
          </a:xfrm>
          <a:prstGeom prst="ellipse">
            <a:avLst/>
          </a:prstGeom>
          <a:solidFill>
            <a:srgbClr val="00B0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3200400"/>
            <a:ext cx="1645920" cy="164592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TIME지 선정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AI 분야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프로젝트 라인업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코드로 최대 이해를 — 진화의 계보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진화 계보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2286000"/>
            <a:ext cx="8503920" cy="2286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2231136"/>
            <a:ext cx="32004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1078992"/>
            <a:ext cx="1280160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0624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micrograd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07008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624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엔진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스칼라 기반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24128" y="2176272"/>
            <a:ext cx="0" cy="10972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92224" y="1078992"/>
            <a:ext cx="128016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828800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15184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15184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828800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단위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모델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32304" y="2176272"/>
            <a:ext cx="0" cy="109728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0" y="1078992"/>
            <a:ext cx="1280160" cy="109728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236976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minGPT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023360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36976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0" y="2176272"/>
            <a:ext cx="0" cy="109728"/>
          </a:xfrm>
          <a:prstGeom prst="line">
            <a:avLst/>
          </a:prstGeom>
          <a:noFill/>
          <a:ln w="25400">
            <a:solidFill>
              <a:srgbClr val="1F618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08576" y="1078992"/>
            <a:ext cx="128016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45152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31536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31536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45152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훈련/파인튜닝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248656" y="2176272"/>
            <a:ext cx="0" cy="109728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16752" y="1078992"/>
            <a:ext cx="1280160" cy="109728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053328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839712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053328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C/CUDA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없이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656832" y="2176272"/>
            <a:ext cx="0" cy="109728"/>
          </a:xfrm>
          <a:prstGeom prst="line">
            <a:avLst/>
          </a:prstGeom>
          <a:noFill/>
          <a:ln w="25400">
            <a:solidFill>
              <a:srgbClr val="15436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24928" y="1078992"/>
            <a:ext cx="1280160" cy="10972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461504" y="11155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247888" y="1078992"/>
            <a:ext cx="457200" cy="2286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47888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461504" y="1536192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243줄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자급자족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65008" y="2176272"/>
            <a:ext cx="0" cy="109728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10년의 여정 — 점점 더 단순하게, 더 본질에 가깝게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nanoGPT: 실용적 GPT의 기준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4023360" cy="566928"/>
          </a:xfrm>
          <a:prstGeom prst="rect">
            <a:avLst/>
          </a:prstGeom>
          <a:solidFill>
            <a:srgbClr val="E8F2F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2926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1887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2344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/ GPT-3 스타일 훈련 &amp; 파인튜닝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8745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874520"/>
            <a:ext cx="2926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745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19202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단순하고 읽기 쉬운 코드베이스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560320"/>
            <a:ext cx="4023360" cy="566928"/>
          </a:xfrm>
          <a:prstGeom prst="rect">
            <a:avLst/>
          </a:prstGeom>
          <a:solidFill>
            <a:srgbClr val="E8F2F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560320"/>
            <a:ext cx="2926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5603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26060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Shakespeare, OpenWebText 데이터셋 예제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0040" y="3246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3246120"/>
            <a:ext cx="2926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2461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32918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개의 커뮤니티 파생 프로젝트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0" y="1051560"/>
            <a:ext cx="4251960" cy="3749040"/>
          </a:xfrm>
          <a:prstGeom prst="rect">
            <a:avLst/>
          </a:prstGeom>
          <a:solidFill>
            <a:srgbClr val="1E2D4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63440" y="11155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C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코드 한 눈에 보기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146304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github.com/karpathy/nanoGPT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E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nanoGPT &amp;&amp; pip install torch tiktoken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C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 준비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E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data/shakespeare_char/prepare.py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C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시작 (GPU 필요)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E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config/train_shakespeare_char.py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C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텍스트 생성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E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sample.py --out_dir=out-shakespeare-char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4160520"/>
            <a:ext cx="402336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2062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minGPT를 리라이트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교육성보다 실용성에 집중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llm.c: PyTorch 없이 LLM 훈련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20116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51560"/>
            <a:ext cx="2011680" cy="16459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93192" y="19385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대비 속도 향상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051560"/>
            <a:ext cx="20116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051560"/>
            <a:ext cx="2011680" cy="16459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542032" y="19385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GPT-2 124M 재현 비용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1051560"/>
            <a:ext cx="20116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1051560"/>
            <a:ext cx="2011680" cy="1645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90분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4690872" y="19385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GPT-2 124M 재현 시간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1051560"/>
            <a:ext cx="20116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1051560"/>
            <a:ext cx="2011680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0MB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839712" y="19385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Python 의존성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2697480"/>
            <a:ext cx="8503920" cy="457200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2816352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27249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C / CUDA만으로 구현 (외부 라이브러리 없음)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0040" y="3218688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337560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2461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~1,000줄 단일 파일 CPU 레퍼런스 구현 (train_gpt2.c)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0040" y="3739896"/>
            <a:ext cx="8503920" cy="457200"/>
          </a:xfrm>
          <a:prstGeom prst="rect">
            <a:avLst/>
          </a:prstGeom>
          <a:solidFill>
            <a:srgbClr val="E8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3858768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76732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GPT-2 및 GPT-3 miniseries 사전학습 지원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20040" y="4261104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4379976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42885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Python 레퍼런스 구현 (train_gpt2.py) 함께 제공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microGPT: 10년의 집대성 (2026.02)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6000" dirty="0"/>
          </a:p>
        </p:txBody>
      </p:sp>
      <p:sp>
        <p:nvSpPr>
          <p:cNvPr id="7" name="Text 4"/>
          <p:cNvSpPr/>
          <p:nvPr/>
        </p:nvSpPr>
        <p:spPr>
          <a:xfrm>
            <a:off x="2743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줄의 순수 Python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0480" y="1024128"/>
            <a:ext cx="498348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0" y="1024128"/>
            <a:ext cx="498348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microgpt.py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77640" y="1508760"/>
            <a:ext cx="2212848" cy="47548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7640" y="150876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1508760"/>
            <a:ext cx="2212848" cy="47548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150876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77640" y="2103120"/>
            <a:ext cx="2212848" cy="47548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210312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2103120"/>
            <a:ext cx="221284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10312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Architecture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77640" y="2697480"/>
            <a:ext cx="2212848" cy="47548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77640" y="26974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55080" y="2697480"/>
            <a:ext cx="2212848" cy="47548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26974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77640" y="3291840"/>
            <a:ext cx="4709160" cy="47548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77640" y="32918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Loop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40480" y="3611880"/>
            <a:ext cx="4983480" cy="1161288"/>
          </a:xfrm>
          <a:prstGeom prst="rect">
            <a:avLst/>
          </a:prstGeom>
          <a:solidFill>
            <a:srgbClr val="243F5C"/>
          </a:solidFill>
          <a:ln w="12700">
            <a:solidFill>
              <a:srgbClr val="243F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수: 4,192개  |  HackerNews 960+ pts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93192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NumPy — 의존성 없음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Zero to Hero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무료 강의 시리즈 — 0에서 GPT까지 (2022년~)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Hero: 강의 구성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97280"/>
            <a:ext cx="201168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3192" y="15087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micrograd: Backprop 핵심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" y="210312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자동미분 엔진 직접 구현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09728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097280"/>
            <a:ext cx="201168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42032" y="15087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makemore: bigram 모델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42032" y="210312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단위 언어 모델 기초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17720" y="109728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1097280"/>
            <a:ext cx="201168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90872" y="15087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makemore: MLP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90872" y="210312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 2003 논문 구현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109728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1097280"/>
            <a:ext cx="201168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39712" y="15087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makemore: BatchNorm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39712" y="210312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활성화, 기울기, 초기화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278892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2788920"/>
            <a:ext cx="201168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93192" y="3200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Ninja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93192" y="379476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역전파 집중 훈련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278892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2788920"/>
            <a:ext cx="201168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2542032" y="3200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makemore: WaveNet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542032" y="379476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계층적 구조 구현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17720" y="278892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17720" y="2788920"/>
            <a:ext cx="2011680" cy="36576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177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4690872" y="3200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GPT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690872" y="379476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처음부터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66560" y="2788920"/>
            <a:ext cx="20116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66560" y="2788920"/>
            <a:ext cx="201168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665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6839712" y="32004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Tokenizer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839712" y="379476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토크나이저 구현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강의의 핵심 원칙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97280"/>
            <a:ext cx="2011680" cy="1188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93192" y="21031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구현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192" y="2651760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호출이 아닌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바닥부터 구현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0" y="10972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097280"/>
            <a:ext cx="2011680" cy="11887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542032" y="21031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블랙박스 제거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42032" y="2651760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레이어를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투명하게 이해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17720" y="10972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1097280"/>
            <a:ext cx="2011680" cy="118872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690872" y="21031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Zero부터 시작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90872" y="2651760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지식 없이도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가능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66560" y="10972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1097280"/>
            <a:ext cx="201168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839712" y="21031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공개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39712" y="2651760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지식의 민주화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모두를 위해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"마법이 없다" — 모든 것은 코드로 이해할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철학: Software 1.0 → 3.0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개발 패러다임의 진화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패러다임의 진화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24128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24128"/>
            <a:ext cx="27432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1.0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93192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" y="19385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9768" y="2194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규칙을 코드로 직접 작성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9768" y="2816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9768" y="3072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C++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" y="36027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9768" y="3858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/ for 루프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81528" y="246888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3246120" y="1024128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024128"/>
            <a:ext cx="27432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2.0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319272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2017~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55848" y="19385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55848" y="2194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데이터로부터 모델이 규칙을 학습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55848" y="2816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355848" y="3072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딥러닝, 신경망 가중치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55848" y="36027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55848" y="3858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+ 훈련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07608" y="246888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6172200" y="1024128"/>
            <a:ext cx="2743200" cy="38404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72200" y="1024128"/>
            <a:ext cx="274320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2200" y="1024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3.0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45352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81928" y="19385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81928" y="2194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LLM에게 지시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81928" y="2816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81928" y="307238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81928" y="36027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81928" y="3858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/ 한국어 지시문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개념: Vibe Coding &amp; LLM Knowledge Base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24128"/>
            <a:ext cx="41148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24128"/>
            <a:ext cx="4114800" cy="47548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241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(2025.02)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도구를 이용해 '느낌으로' 코딩하는 방식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프롬프트만 입력, 코드 구조는 AI에게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2025년 업계 공용어로 자리잡음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Karpathy가 직접 X(트위터)에서 정의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have AI write the code and don't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 too carefully"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024128"/>
            <a:ext cx="41148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24128"/>
            <a:ext cx="4114800" cy="47548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0241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Knowledge Base  (2026.04)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800600" y="1645920"/>
            <a:ext cx="1170432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6459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 자료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(논문, 기사, 코드)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71032" y="1719072"/>
            <a:ext cx="128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099048" y="1645920"/>
            <a:ext cx="1170432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99048" y="16459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컴파일러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69480" y="1719072"/>
            <a:ext cx="128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397496" y="1645920"/>
            <a:ext cx="1170432" cy="77724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97496" y="164592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위키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00600" y="2514600"/>
            <a:ext cx="3886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불필요 — LLM이 직접 관리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Markdown 기반 → 벤더 종속 없음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정기 "health check" 패스 실행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 생성 → 지식 구조화 전환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large fraction of my recent token throughput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going less into code, more into knowledge"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Labs &amp; LLM101n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네이티브 학교를 만들다 (2024년 7월)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Labs: AI 네이티브 학교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24128"/>
            <a:ext cx="4023360" cy="3840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43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Labs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7월 창업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33832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2585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네이티브 학교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201168" cy="2011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8529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전문가 + AI 조교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4472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실시간 가이드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201168" cy="2011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40416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주도 &amp; 코호트 학습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1024128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1024128"/>
            <a:ext cx="416052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모델 구조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46320" y="1572768"/>
            <a:ext cx="1737360" cy="731520"/>
          </a:xfrm>
          <a:prstGeom prst="rect">
            <a:avLst/>
          </a:prstGeom>
          <a:solidFill>
            <a:srgbClr val="E8F2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전문가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(Course Content)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0" y="1572768"/>
            <a:ext cx="1737360" cy="731520"/>
          </a:xfrm>
          <a:prstGeom prst="rect">
            <a:avLst/>
          </a:prstGeom>
          <a:solidFill>
            <a:srgbClr val="E8F2FA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15727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조교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(Teaching Assistant)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15000" y="2304288"/>
            <a:ext cx="0" cy="5029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6680" y="2304288"/>
            <a:ext cx="0" cy="50292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23560" y="2852928"/>
            <a:ext cx="1691640" cy="6858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8529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학습자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812280" y="2651760"/>
            <a:ext cx="640080" cy="0"/>
          </a:xfrm>
          <a:prstGeom prst="line">
            <a:avLst/>
          </a:prstGeom>
          <a:noFill/>
          <a:ln w="19050">
            <a:solidFill>
              <a:srgbClr val="D0DC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749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LLM101n: Let's Build a Storyteller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754880" y="4160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 + CUDA  |  ~17 Chapters  |  개발 중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LLM101n: 스토리텔러 AI 만들기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78992"/>
            <a:ext cx="114300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1-2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91540" y="1581912"/>
            <a:ext cx="0" cy="22860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+ MLP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모델 기초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545336" y="1078992"/>
            <a:ext cx="11430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5336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3-4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16836" y="1581912"/>
            <a:ext cx="0" cy="22860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45336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581912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Transformer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81912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아키텍처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70632" y="1078992"/>
            <a:ext cx="1143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70632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42132" y="1581912"/>
            <a:ext cx="0" cy="22860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70632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807208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(BPE)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807208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 구현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995928" y="1078992"/>
            <a:ext cx="114300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95928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6-7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67428" y="1581912"/>
            <a:ext cx="0" cy="22860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032504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032504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스타일 학습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221224" y="1078992"/>
            <a:ext cx="114300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21224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8-9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92724" y="1581912"/>
            <a:ext cx="0" cy="228600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221224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257800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+ RLHF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57800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기법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46520" y="1078992"/>
            <a:ext cx="1143000" cy="50292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018020" y="1581912"/>
            <a:ext cx="0" cy="228600"/>
          </a:xfrm>
          <a:prstGeom prst="line">
            <a:avLst/>
          </a:prstGeom>
          <a:noFill/>
          <a:ln w="25400">
            <a:solidFill>
              <a:srgbClr val="00B0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46520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483096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83096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배포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671816" y="1078992"/>
            <a:ext cx="11430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671816" y="1078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11+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243316" y="1581912"/>
            <a:ext cx="0" cy="22860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71816" y="1828800"/>
            <a:ext cx="1143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708392" y="1874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확장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708392" y="2487168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+ 텍스트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20040" y="342900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2496312" y="342900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496312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4672584" y="342900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72584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6848856" y="3429000"/>
            <a:ext cx="201168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48856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조교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320040" y="4023360"/>
            <a:ext cx="850392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github.com/karpathy/LLM101n  — 실라버스 공개 중 (코스 개발 진행 중)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0F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실무자/학습자에게 주는 시사점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Karpathy에게서 배워야 할 것들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 4가지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51560"/>
            <a:ext cx="685800" cy="17373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5156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97280" y="1216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단위로 쪼개라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17647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시스템도 핵심만 남기면 이해할 수 있다. microGPT 243줄이 그 증거.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51560"/>
            <a:ext cx="685800" cy="17373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05156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486400" y="1216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구현해야 안다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0" y="17647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호출이 아닌, backprop을 손으로 계산하고 attention을 직접 짜야 진짜 이해.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971800"/>
            <a:ext cx="685800" cy="173736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97180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1097280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공개로 공유하라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3685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코드는 GitHub에, 강의는 YouTube에 무료. 지식 민주화에 진심인 사람.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971800"/>
            <a:ext cx="685800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297180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5486400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수준에서 시작해도 된다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0" y="3685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Hero는 진짜 Zero에서 시작. 사전 지식 없어도 따라갈 수 있도록 설계됨.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방식 LLM 학습 로드맵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8503920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10972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micrograd 구현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49040" y="11155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Backprop 이해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" y="1673352"/>
            <a:ext cx="8119872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1719072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44168" y="1737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 Part 1-5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33088" y="17373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문자 언어 모델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88136" y="2295144"/>
            <a:ext cx="7735824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52144" y="2340864"/>
            <a:ext cx="457200" cy="45720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728216" y="23591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GPT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17136" y="2359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Transformer 구현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472184" y="2916936"/>
            <a:ext cx="7351776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36192" y="2962656"/>
            <a:ext cx="457200" cy="4572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112264" y="2980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 실험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01184" y="298094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실제 데이터 학습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856232" y="3538728"/>
            <a:ext cx="6967728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20240" y="3584448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202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496312" y="3602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 코드 리딩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285232" y="360273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C/CUDA 이해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240280" y="4160520"/>
            <a:ext cx="6583680" cy="5486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304288" y="420624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042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2880360" y="42245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 분석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669280" y="42245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243줄 라인 분석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212080" cy="530352"/>
          </a:xfrm>
          <a:prstGeom prst="rect">
            <a:avLst/>
          </a:prstGeom>
          <a:solidFill>
            <a:srgbClr val="243F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65760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것을 단순하게 만드는 장인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5212080" cy="530352"/>
          </a:xfrm>
          <a:prstGeom prst="rect">
            <a:avLst/>
          </a:prstGeom>
          <a:solidFill>
            <a:srgbClr val="243F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73352"/>
            <a:ext cx="365760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733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0078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민주화에 진심인 연구자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5212080" cy="530352"/>
          </a:xfrm>
          <a:prstGeom prst="rect">
            <a:avLst/>
          </a:prstGeom>
          <a:solidFill>
            <a:srgbClr val="243F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95144"/>
            <a:ext cx="365760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9514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2257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3.0 시대를 가장 선명하게 그리는 사람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5212080" cy="530352"/>
          </a:xfrm>
          <a:prstGeom prst="rect">
            <a:avLst/>
          </a:prstGeom>
          <a:solidFill>
            <a:srgbClr val="243F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365760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1693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4436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10년간의 집착이 만들어낸 243줄의 LLM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5212080" cy="1188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730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시작하기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karpathy.ai/zero-to-hero.html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91440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micrograd</a:t>
            </a:r>
            <a:endParaRPr lang="en-US" sz="2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makemore</a:t>
            </a:r>
            <a:endParaRPr lang="en-US" sz="2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nanoGPT</a:t>
            </a:r>
            <a:endParaRPr lang="en-US" sz="2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</a:t>
            </a:r>
            <a:endParaRPr lang="en-US" sz="2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</a:t>
            </a:r>
            <a:endParaRPr lang="en-US" sz="2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24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LLM101n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243F5C"/>
          </a:solidFill>
          <a:ln w="12700">
            <a:solidFill>
              <a:srgbClr val="243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36576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karpathy.ai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github.com/karpathy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Andrej Karpathy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Andrej Karpathy의 LLM 세계</dc:title>
  <dc:subject>PptxGenJS Presentation</dc:subject>
  <dc:creator>Auto Research</dc:creator>
  <cp:lastModifiedBy>Auto Research</cp:lastModifiedBy>
  <cp:revision>1</cp:revision>
  <dcterms:created xsi:type="dcterms:W3CDTF">2026-04-17T00:43:57Z</dcterms:created>
  <dcterms:modified xsi:type="dcterms:W3CDTF">2026-04-17T00:43:57Z</dcterms:modified>
</cp:coreProperties>
</file>