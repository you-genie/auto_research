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Skills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차세대 AI 에이전트 모듈화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Prompts to Programmable Agent Modules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Skills란?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34747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재사용 가능한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모듈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특정 작업 수행 지침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스크립트 및 리소스 포함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동적 로딩 및 컨텍스트 수정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Progressive Disclosure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34747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프롬프트와의 차이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6517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프로그램과 유사한 모듈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트리거 조건 정의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절차적 로직 포함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 시스템 기반 구조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발전 타임라인 (2025-2026)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88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출시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스킬 시스템 공개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스탠다드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Microsoft, OpenAI 등 채택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가이드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32페이지 빌딩 가이드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연구 폭발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4편의 arXiv 논문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688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 출시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학술 논문 (2026년 2월)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8686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Skills: Data-Driven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arXiv:2602.08004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40,285개 스킬 분석, 소프트웨어 엔지니어링 집중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SkillsBench: Benchmarking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arXiv:2602.12670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86개 태스크, +16.2%p 성능 향상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8686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Security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arXiv:2602.12430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스킬에 취약점, 거버넌스 프레임워크 제안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Skill-Inject: Vulnerability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arXiv:2602.20156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80% 공격 성공률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Progressive Disclosure 아키텍처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"세계를 이해하기 위해 모든 것을 한 번에 로드할 필요는 없다"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286000" cy="22860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메타데이터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사용 시점만 판단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286000" cy="22860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바디 로딩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전체 컨텍스트 로드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286000" cy="22860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파일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시 추가 파일 탐색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효율성 · 확장성 · 집중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SkillsBench 평가 결과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1645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+16.2%p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큐레이션된 스킬 평균 성능 향상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16459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645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84632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생성 스킬 평균 이점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발견사항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도메인별 효과 편차: 소프트웨어 +4.5%p vs 헬스케어 +51.9%p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2-3개 모듈의 집중 스킬 &gt; 포괄적 문서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스킬을 갖춘 작은 모델 = 스킬 없는 큰 모델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212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모델이 소비하여 이득을 보는 절차적 지식을 스스로 작성할 수 없음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SkillsBench (arXiv:2602.12670)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보안 과제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3657600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26.1%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스킬에 취약점 포함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Architecture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(arXiv:2602.12430)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3657600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828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 공격 최대 성공률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Skill-Inject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(arXiv:2602.20156)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Trust and Lifecycle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Framework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결과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4297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스케일링 및 단순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필터링으로 해결 불가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vs MCP: 상호보완적 접근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28600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274320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Skills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63040"/>
            <a:ext cx="301752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205740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057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(방법) 가르침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05740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057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(무엇) 접근 제공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2860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2651760"/>
            <a:ext cx="27432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절차, 워크플로우, 표준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2651760"/>
            <a:ext cx="3017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데이터베이스, API, 서비스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복잡성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34640" y="32461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246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YAML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324612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완전한 프로토콜 사양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22860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34640" y="3840480"/>
            <a:ext cx="27432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0" y="3840480"/>
            <a:ext cx="3017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수만 토큰 소비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834640" y="443484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4434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워크플로우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69280" y="443484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데이터 접근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작동: Skills는 MCP 도구를 사용할 수 있음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산업 채택 현황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스탠다드 채택 (2025.12)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201168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201168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65176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176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29184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329184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0" y="3291840"/>
            <a:ext cx="1737360" cy="4572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Marketplace (2026.03)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· Harvey · Lovable · Replit · Rogo · Snowflake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400,000+ 스킬 (SkillsMP.com)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시사점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성장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만에 베타에서 오픈 스탠다드로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효과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+16.2%p 성능 향상, 도메인별 최대 +51.9%p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효율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스킬을 갖춘 작은 모델이 큰 모델과 경쟁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과제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취약점, 최대 80% 공격 성공률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거버넌스 필요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709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인식 인증 프레임워크 요구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7784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방향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4709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스탠다드, 크로스 플랫폼 호환성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arXiv:2602.08004 - Agent Skills: A Data-Driven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470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arXiv:2602.12670 - SkillsBench: Benchmarking How Well Agent Skills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23113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arXiv:2602.12430 - Agent Skills for LLMs: Architecture, Acquisition, 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1518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arXiv:2602.20156 - Skill-Inject: Measuring Agent Vulnerability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992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Anthropic. (2025). Introducing Agent Skills. https://www.anthropic.com/news/skills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673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Anthropic. (2025). Equipping agents for the real world with Agent Skills.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513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Open Standard. https://agentskills.io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5354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SkillsBench. https://www.skillsbench.ai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9194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Skill-Inject. https://www.skill-inject.com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2026-03-09T08:06:10Z</dcterms:created>
  <dcterms:modified xsi:type="dcterms:W3CDTF">2026-03-09T08:06:10Z</dcterms:modified>
</cp:coreProperties>
</file>