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548640"/>
            <a:ext cx="1188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548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325880"/>
            <a:ext cx="1188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325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A2A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18120" y="2103120"/>
            <a:ext cx="1188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 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8120" y="2880360"/>
            <a:ext cx="1188720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AGENTS.md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3657600"/>
            <a:ext cx="11887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9144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프로토콜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11480" y="1691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완전 정복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A2A · Tool Use · AGENTS.md · AAIF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| AI 에이전트 표준 생태계 심층 분석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목차 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왜 AI 프로토콜이 필요한가?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502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MCP — 도구/데이터 연결 표준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A2A — 에이전트 간 협력 프로토콜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095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Tool Use — OpenAI vs. Claude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502920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59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AGENTS.md — 에이전트를 위한 README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프레임워크 프로토콜 (LangChain/AutoGen)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64208"/>
            <a:ext cx="50292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709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프로토콜 비교 &amp; 선택 가이드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AAIF — 중립 거버넌스의 탄생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163824"/>
            <a:ext cx="50292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32095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2026 전망 &amp; 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왜 AI 프로토콜이 필요한가?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200400" cy="3200400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× 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통합 문제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M개 AI × N개 도구 = M×N개 맞춤 연동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유지보수 불가능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2011680"/>
            <a:ext cx="7315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→ 표준화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914400"/>
          </a:xfrm>
          <a:prstGeom prst="rect">
            <a:avLst/>
          </a:prstGeom>
          <a:solidFill>
            <a:srgbClr val="1A2E4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10972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USB-C 비유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모든 기기를 하나의 표준 포트로 연결하듯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 도구 연결을 MCP로 표준화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914400"/>
          </a:xfrm>
          <a:prstGeom prst="rect">
            <a:avLst/>
          </a:prstGeom>
          <a:solidFill>
            <a:srgbClr val="1A2E4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에이전트 협력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서로 다른 벤더의 에이전트들이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A2A로 자유롭게 협력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914400"/>
          </a:xfrm>
          <a:prstGeom prst="rect">
            <a:avLst/>
          </a:prstGeom>
          <a:solidFill>
            <a:srgbClr val="1A2E42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109728" cy="9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행동 컨벤션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저장소마다 AGENTS.md로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 코딩 에이전트에게 규칙 전달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2025년까지 에이전트 개수와 도구 종류가 폭발적으로 증가 → 표준 프로토콜이 필수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Model Context Protocol (MCP)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"AI 에이전트에게 손을 주는 프로토콜" — 도구·데이터 연결의 업계 표준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9,700만+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월간 SDK 다운로드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46304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활성 MCP 서버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46304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지원 AI 클라이언트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146304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2024.11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Anthropic 공개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채택 타임라인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55264"/>
            <a:ext cx="3657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2024.11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Anthropic 오픈소스 공개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657600"/>
            <a:ext cx="3657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198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2025.03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4198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OpenAI 전면 채택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7705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059936"/>
            <a:ext cx="3657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221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2025.04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Google DeepMind 채택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2793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462272"/>
            <a:ext cx="3657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24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2025.11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4224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대규모 스펙 업데이트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6268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2025.12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45920" y="4626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AAIF(Linux Foundation) 기부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지원 플랫폼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4720" y="301752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01752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ChatGPT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301752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1792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Cursor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89520" y="301752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58952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0" y="361188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47472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 Code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61188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4632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Microsoft Copilot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361188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1792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LangChain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89520" y="3611880"/>
            <a:ext cx="1234440" cy="45720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58952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MCP 아키텍처 — JSON-RPC 2.0 기반 3-레이어 구조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2560320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517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LLM 애플리케이션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Claude Desktop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ChatGPT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Cursor / VS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651760" cy="2560320"/>
          </a:xfrm>
          <a:prstGeom prst="rect">
            <a:avLst/>
          </a:prstGeom>
          <a:solidFill>
            <a:srgbClr val="1A2E4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연결 레이어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MCP 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(Host 내부)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연결 관리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822960"/>
            <a:ext cx="2651760" cy="2560320"/>
          </a:xfrm>
          <a:prstGeom prst="rect">
            <a:avLst/>
          </a:prstGeom>
          <a:solidFill>
            <a:srgbClr val="1A2E4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2296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822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외부 서비스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파일시스템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Slack / GitHub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19202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◄──────►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202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◄──────►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JSON-RPC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072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JSON-RPC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서버가 제공하는 4가지 핵심 기능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Tools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4325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AI가 실행할 함수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(API 호출, DB 쿼리)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50592" y="393192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96312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Resources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96312" y="4325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컨텍스트 데이터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(파일, DB 레코드)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393192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72584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Prompts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72584" y="4325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템플릿 메시지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워크플로우 정의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03136" y="3931920"/>
            <a:ext cx="2011680" cy="1005840"/>
          </a:xfrm>
          <a:prstGeom prst="rect">
            <a:avLst/>
          </a:prstGeom>
          <a:solidFill>
            <a:srgbClr val="24405C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48856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Sampling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48856" y="4325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서버→클라이언트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LLM 추론 요청(역방향)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03  Agent2Agent Protocol (A2A)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0B981"/>
                </a:solidFill>
              </a:rPr>
              <a:t>"AI 에이전트에게 동료를 주는 프로토콜" — 에이전트 간 협력의 업계 표준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출시 배경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Google이 2025년 4월 발표, 50+ 파트너 동시 지원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2025년 6월 Linux Foundation에 기부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083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Salesforce, SAP, ServiceNow, LangChain 등 동참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941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753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McKinsey, Deloitte, Accenture 등 컨설팅 기업 참여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Card — 에이전트의 명함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4480560" cy="2377440"/>
          </a:xfrm>
          <a:prstGeom prst="rect">
            <a:avLst/>
          </a:prstGeom>
          <a:solidFill>
            <a:srgbClr val="1A2E4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965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/.well-known/agent.json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"Customer Support Agent",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"capabilities":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"ticket_creation",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"status_check"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"endpoint": "https://...",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"auth": { "type": "oauth2"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2011680" cy="68580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50+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런칭 파트너사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4343400"/>
            <a:ext cx="2011680" cy="68580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50592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100+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450592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기업 지원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26864" y="4343400"/>
            <a:ext cx="2011680" cy="68580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26864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v0.3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26864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최신 버전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03136" y="4343400"/>
            <a:ext cx="2011680" cy="68580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03136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5개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03136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공식 SDK 언어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A2A 아키텍처 — 태스크 생명주기와 통신 방식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통신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914400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Task Request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← Status Update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← Artifacts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749040" y="1234440"/>
            <a:ext cx="2011680" cy="914400"/>
          </a:xfrm>
          <a:prstGeom prst="rect">
            <a:avLst/>
          </a:prstGeom>
          <a:solidFill>
            <a:srgbClr val="1A2E4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1234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Remote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5486400" cy="411480"/>
          </a:xfrm>
          <a:prstGeom prst="rect">
            <a:avLst/>
          </a:prstGeom>
          <a:solidFill>
            <a:srgbClr val="24405C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Transport: HTTP + Server-Sent Events (SSE) + JSON-RPC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태스크 생명주기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1645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94560" y="3246120"/>
            <a:ext cx="1645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working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3246120"/>
            <a:ext cx="1645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completed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1645920" cy="411480"/>
          </a:xfrm>
          <a:prstGeom prst="rect">
            <a:avLst/>
          </a:prstGeom>
          <a:solidFill>
            <a:srgbClr val="2440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input_needed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931920"/>
            <a:ext cx="1645920" cy="411480"/>
          </a:xfrm>
          <a:prstGeom prst="rect">
            <a:avLst/>
          </a:prstGeom>
          <a:solidFill>
            <a:srgbClr val="24405C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F5E"/>
                </a:solidFill>
              </a:rPr>
              <a:t>failed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3931920"/>
            <a:ext cx="1645920" cy="411480"/>
          </a:xfrm>
          <a:prstGeom prst="rect">
            <a:avLst/>
          </a:prstGeom>
          <a:solidFill>
            <a:srgbClr val="24405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822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A2A 핵심 장점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1234440"/>
            <a:ext cx="301752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12344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프레임워크 독립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1581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LangGraph, CrewAI,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Semantic Kernel 모두 호환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2148840"/>
            <a:ext cx="301752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21488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장기 작업 지원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수 시간~수 일 작업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상태 유지 처리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3063240"/>
            <a:ext cx="301752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30632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멀티 모달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텍스트, 오디오, 비디오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UI 포맷 협상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3977640"/>
            <a:ext cx="301752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39776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보안 아이덴티티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크로스에이전트 인증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OAuth 기반 보안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04  Tool Use Protocol — OpenAI vs. 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OpenAI  Function Calling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"function",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"get_weather",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"strict": true  // 스키마 준수 보장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Responses API 내장 도구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66583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674059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682289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69051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web_search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file_search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computer_use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code_interpreter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mcp (원격 MCP 서버)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1A2E42"/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777240"/>
            <a:ext cx="4114800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Anthropic Claude  Tool 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"get_weather",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"날씨 조회",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"input_schema": {   // ← 차이점!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{...},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strict: true 지원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2025 고급 기능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Tool Search Tool — 수천 개 도구 동적 로드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Programmatic Tool Calling — 코드 실행 환경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Strict Tool Use — 스키마 완전 준수 보장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MCP 네이티브 클라이언트 지원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AGENTS.md — 에이전트를 위한 README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1005840"/>
          </a:xfrm>
          <a:prstGeom prst="rect">
            <a:avLst/>
          </a:prstGeom>
          <a:solidFill>
            <a:srgbClr val="1A2E42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README.md : 개발자를 위한 가이드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AGENTS.md : AI 에이전트를 위한 가이드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777240"/>
            <a:ext cx="448056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804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60,000+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0" y="1399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오픈소스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프로젝트 채택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2025.08 OpenAI 공개 → 2025.12 AAIF 기부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AGENTS.md 예시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3931920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3774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AGENTS.md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Build &amp;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빌드: `npm run build`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테스트: `npm test` (PR 전 필수)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코딩 컨벤션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커밋: Conventional Commits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금지 사항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.env 파일 커밋 금지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지원 AI 코딩 도구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233172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Copilot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33172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Cursor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97180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Code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97180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Devin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61188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25196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4251960"/>
            <a:ext cx="2103120" cy="50292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Amp / Codex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06  프레임워크 프로토콜 — LangChain · AutoGen · Copilot Studio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1A2E4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LangChain / LangGraph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82F6"/>
                </a:solidFill>
              </a:rPr>
              <a:t>LangGraph v1.0 (2025년 말)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LangGraph = LangChain 에이전트 공식 런타임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@tool 데코레이터 + Pydantic 스키마 기반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MCP 서버를 도구로 직접 로드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Python/TypeScript SDK 완비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777240"/>
            <a:ext cx="2743200" cy="4114800"/>
          </a:xfrm>
          <a:prstGeom prst="rect">
            <a:avLst/>
          </a:prstGeom>
          <a:solidFill>
            <a:srgbClr val="1A2E4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Microsoft Agent Framework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AutoGen + Semantic Kernel 통합 (2025.10)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AutoGen 멀티에이전트 대화 패턴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19385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Semantic Kernel 플러그인/스킬 시스템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5786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MCP + A2A 모두 지원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2186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1.0 GA 목표: 2026년 Q1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8587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777240"/>
            <a:ext cx="2743200" cy="4114800"/>
          </a:xfrm>
          <a:prstGeom prst="rect">
            <a:avLst/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7772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Microsoft Copilot Studio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Agent Skills (2025.12 VS Code 통합)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Microsoft 365 / Azure AI / Fabric 협력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19385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MCP 서버로 회의 예약·메일·CRM 연동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2578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A2A 프로토콜 지원으로 외부 에이전트 연결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2186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Agent 365 중앙 제어 플레인 제공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3858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  프로토콜 비교표 — 한눈에 정리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3716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항목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777240"/>
            <a:ext cx="1828800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777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777240"/>
            <a:ext cx="1828800" cy="457200"/>
          </a:xfrm>
          <a:prstGeom prst="rect">
            <a:avLst/>
          </a:prstGeom>
          <a:solidFill>
            <a:srgbClr val="10B98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777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A2A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777240"/>
            <a:ext cx="1920240" cy="457200"/>
          </a:xfrm>
          <a:prstGeom prst="rect">
            <a:avLst/>
          </a:prstGeom>
          <a:solidFill>
            <a:srgbClr val="F59E0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Tool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777240"/>
            <a:ext cx="1920240" cy="457200"/>
          </a:xfrm>
          <a:prstGeom prst="rect">
            <a:avLst/>
          </a:prstGeom>
          <a:solidFill>
            <a:srgbClr val="F43F5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AGENTS.md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23444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목적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123444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에이전트↔도구/데이터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123444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에이전트↔에이전트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123444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LLM↔함수 호출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123444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저장소 맥락 공유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173736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통신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173736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JSON-RPC 2.0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29000" y="173736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HTTP+SSE+JSON-RPC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173736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REST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78040" y="173736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마크다운 파일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24028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발견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224028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레지스트리/목록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29000" y="224028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Agent Card(JSON)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57800" y="224028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명시적 목록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24028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저장소 루트 파일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274320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상태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00200" y="27432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Stateful 연결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29000" y="27432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장기 태스크 생명주기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7800" y="274320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대화 컨텍스트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274320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N/A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324612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보안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00200" y="324612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도구/리소스 접근제어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29000" y="324612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크로스에이전트 인증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57800" y="324612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API 키 기반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78040" y="324612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N/A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" y="374904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성숙도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00200" y="37490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4592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성숙 (v2025-11-25)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429000" y="37490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성장중 (v0.3)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257800" y="37490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성숙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178040" y="37490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7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성장중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" y="4251960"/>
            <a:ext cx="1371600" cy="502920"/>
          </a:xfrm>
          <a:prstGeom prst="rect">
            <a:avLst/>
          </a:prstGeom>
          <a:solidFill>
            <a:srgbClr val="E2EB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251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거버넌스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600200" y="425196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4592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AAIF/Linux Foundation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429000" y="4251960"/>
            <a:ext cx="182880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AAIF/Linux Foundation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257800" y="425196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각사 독자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78040" y="4251960"/>
            <a:ext cx="1920240" cy="502920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AAIF/Linux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언제 무엇을 써야 하나요? — 실전 선택 가이드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4160520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01168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에이전트 ↔ 도구/데이터 연결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208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외부 DB / API / 파일 시스템 접근 필요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7066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단일 에이전트 다양한 서비스 연동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3924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IDE 플러그인, 개발 도구 제작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0782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통합 코드를 최소화하고 싶을 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777240"/>
            <a:ext cx="2011680" cy="4160520"/>
          </a:xfrm>
          <a:prstGeom prst="rect">
            <a:avLst/>
          </a:prstGeom>
          <a:solidFill>
            <a:srgbClr val="1A2E4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777240"/>
            <a:ext cx="20116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777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42032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에이전트 ↔ 에이전트 협력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42032" y="20208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06624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여러 전문화 에이전트 협력 필요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42032" y="27066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서로 다른 벤더/프레임워크 혼재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42032" y="33924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장기 실행 작업 분산 처리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42032" y="40782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엔터프라이즈 멀티에이전트 구축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777240"/>
            <a:ext cx="2011680" cy="4160520"/>
          </a:xfrm>
          <a:prstGeom prst="rect">
            <a:avLst/>
          </a:prstGeom>
          <a:solidFill>
            <a:srgbClr val="1A2E4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777240"/>
            <a:ext cx="201168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777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18304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LLM API 직접 사용 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18304" y="20208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OpenAI / Claude API 직접 호출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18304" y="27066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간단한 도구 연결 (MCP 불필요)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18304" y="33924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실시간 응답 중요 간단 에이전트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18304" y="4078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기존 Function Calling 마이그레이션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03136" y="777240"/>
            <a:ext cx="2011680" cy="4160520"/>
          </a:xfrm>
          <a:prstGeom prst="rect">
            <a:avLst/>
          </a:prstGeom>
          <a:solidFill>
            <a:srgbClr val="1A2E42"/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777240"/>
            <a:ext cx="2011680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777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AGENTS.md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94576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AI 코딩 에이전트 작업 저장소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94576" y="202082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9168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모든 저장소에 항상 추가 권장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94576" y="270662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59168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 코딩 도구 사용 프로젝트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94576" y="339242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3291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팀 공통 컨벤션 자동 적용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94576" y="407822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3977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에이전트 행동 예측 가능성 향상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실전 엔터프라이즈 아키텍처 — MCP + A2A 함께 사용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371600" cy="685800"/>
          </a:xfrm>
          <a:prstGeom prst="rect">
            <a:avLst/>
          </a:prstGeom>
          <a:solidFill>
            <a:srgbClr val="2440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사용자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요청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777240"/>
            <a:ext cx="2286000" cy="1005840"/>
          </a:xfrm>
          <a:prstGeom prst="rect">
            <a:avLst/>
          </a:prstGeom>
          <a:solidFill>
            <a:srgbClr val="1A2E42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822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오케스트레이터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에이전트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(A2A로 다른 에이전트와 소통)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8229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A2A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914400"/>
            <a:ext cx="1645920" cy="777240"/>
          </a:xfrm>
          <a:prstGeom prst="rect">
            <a:avLst/>
          </a:prstGeom>
          <a:solidFill>
            <a:srgbClr val="1A2E4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9144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리서치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에이전트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115568"/>
            <a:ext cx="5943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115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MCP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7123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920240"/>
            <a:ext cx="1645920" cy="777240"/>
          </a:xfrm>
          <a:prstGeom prst="rect">
            <a:avLst/>
          </a:prstGeom>
          <a:solidFill>
            <a:srgbClr val="1A2E4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코드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에이전트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121408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121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71232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926080"/>
            <a:ext cx="1645920" cy="777240"/>
          </a:xfrm>
          <a:prstGeom prst="rect">
            <a:avLst/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에이전트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127248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127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71232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09560" y="914400"/>
            <a:ext cx="1051560" cy="777240"/>
          </a:xfrm>
          <a:prstGeom prst="rect">
            <a:avLst/>
          </a:prstGeom>
          <a:solidFill>
            <a:srgbClr val="24405C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09560" y="9144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웹 검색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서버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09560" y="1920240"/>
            <a:ext cx="1051560" cy="777240"/>
          </a:xfrm>
          <a:prstGeom prst="rect">
            <a:avLst/>
          </a:prstGeom>
          <a:solidFill>
            <a:srgbClr val="2440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09560" y="19202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파일시스템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서버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09560" y="2926080"/>
            <a:ext cx="1051560" cy="777240"/>
          </a:xfrm>
          <a:prstGeom prst="rect">
            <a:avLst/>
          </a:prstGeom>
          <a:solidFill>
            <a:srgbClr val="2440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09560" y="2926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DB 서버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핵심: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MCP = 에이전트의 손 (도구 연결)  |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A2A = 에이전트의 동료 (협력)  |  </a:t>
            </a:r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둘은 경쟁이 아니라 상호 보완!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  Agentic AI Foundation (AAIF) — 중립 거버넌스의 탄생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2025년 12월 9일 — Linux Foundation, AAIF(Agentic AI Foundation) 출범 발표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AAIF 기부 프로젝트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148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9144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56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MCP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Anthropic 기부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048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도구/데이터 연결 표준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41148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78608"/>
            <a:ext cx="914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A2A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Google 기부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706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에이전트 간 통신 표준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36976"/>
            <a:ext cx="41148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36976"/>
            <a:ext cx="91440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AGENTS.md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OpenAI 기부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코딩 에이전트 컨벤션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95344"/>
            <a:ext cx="411480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95344"/>
            <a:ext cx="914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goose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197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Block 기부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AI 에이전트 런타임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Platinum 멤버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1920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1920240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1920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Anthropic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2578608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25786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2578608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25786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Bloomberg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3236976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2369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Cloudflare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0" y="3236976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32369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3895344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63440" y="3895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Microsoft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58000" y="3895344"/>
            <a:ext cx="2011680" cy="566928"/>
          </a:xfrm>
          <a:prstGeom prst="rect">
            <a:avLst/>
          </a:prstGeom>
          <a:solidFill>
            <a:srgbClr val="24405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0" y="3895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OpenAI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5079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AI 역사상 처음으로 OpenAI · Anthropic · Google · Microsoft · AWS가 같은 재단 아래 협력 — 벤더 록인 없는 중립 표준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  2026 전망 — 프로토콜 생태계의 미래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188720"/>
          </a:xfrm>
          <a:prstGeom prst="rect">
            <a:avLst/>
          </a:prstGeom>
          <a:solidFill>
            <a:srgbClr val="1A2E4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기업 앱에 AI 에이전트 포함 (2026년 말 전망)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현재 ~5%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Gartner 2026 예측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MCP 2026 로드맵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4114800" cy="36576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42032"/>
            <a:ext cx="73152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OAuth 2.1 엔터프라이즈 SSO 통합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4114800" cy="365760"/>
          </a:xfrm>
          <a:prstGeom prst="rect">
            <a:avLst/>
          </a:prstGeom>
          <a:solidFill>
            <a:srgbClr val="24405C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80944"/>
            <a:ext cx="73152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MCP Registry 앱스토어 출시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4114800" cy="365760"/>
          </a:xfrm>
          <a:prstGeom prst="rect">
            <a:avLst/>
          </a:prstGeom>
          <a:solidFill>
            <a:srgbClr val="24405C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19856"/>
            <a:ext cx="73152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멀티에이전트 계층적 오케스트레이션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58768"/>
            <a:ext cx="4114800" cy="365760"/>
          </a:xfrm>
          <a:prstGeom prst="rect">
            <a:avLst/>
          </a:prstGeom>
          <a:solidFill>
            <a:srgbClr val="24405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58768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멀티모달 지원 (비디오·오디오)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4114800" cy="365760"/>
          </a:xfrm>
          <a:prstGeom prst="rect">
            <a:avLst/>
          </a:prstGeom>
          <a:solidFill>
            <a:srgbClr val="24405C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297680"/>
            <a:ext cx="73152" cy="365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Java, Go, Rust SDK 추가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기업 투자 동향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542032"/>
            <a:ext cx="1965960" cy="960120"/>
          </a:xfrm>
          <a:prstGeom prst="rect">
            <a:avLst/>
          </a:prstGeom>
          <a:solidFill>
            <a:srgbClr val="1A2E4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587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6344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에이전트 시스템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파일럿/배포 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2542032"/>
            <a:ext cx="1965960" cy="960120"/>
          </a:xfrm>
          <a:prstGeom prst="rect">
            <a:avLst/>
          </a:prstGeom>
          <a:solidFill>
            <a:srgbClr val="1A2E4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12280" y="2587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1228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2026 에이전트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투자 확대 계획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639312"/>
            <a:ext cx="1965960" cy="960120"/>
          </a:xfrm>
          <a:prstGeom prst="rect">
            <a:avLst/>
          </a:prstGeom>
          <a:solidFill>
            <a:srgbClr val="1A2E42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36850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97M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63440" y="4187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MCP 월간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SDK 다운로드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3639312"/>
            <a:ext cx="1965960" cy="960120"/>
          </a:xfrm>
          <a:prstGeom prst="rect">
            <a:avLst/>
          </a:prstGeom>
          <a:solidFill>
            <a:srgbClr val="1A2E42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12280" y="36850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12280" y="4187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활성 MCP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프로덕션 서버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24405C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27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2026.02.17 NIST AI Agent Standards Initiative 설립 — 산업 표준·오픈소스 프로토콜·에이전트 보안 연구 3개 축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프로토콜 생태계 스택 — 2026년 기준 레이어 구조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822960"/>
            <a:ext cx="7315200" cy="749808"/>
          </a:xfrm>
          <a:prstGeom prst="rect">
            <a:avLst/>
          </a:prstGeom>
          <a:solidFill>
            <a:srgbClr val="1A2E42"/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822960"/>
            <a:ext cx="1463040" cy="7498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229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14600" y="877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에이전트 행동 컨벤션 레이어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225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저장소 맥락·규칙·컨벤션 공유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691640"/>
            <a:ext cx="7315200" cy="749808"/>
          </a:xfrm>
          <a:prstGeom prst="rect">
            <a:avLst/>
          </a:prstGeom>
          <a:solidFill>
            <a:srgbClr val="1A2E4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691640"/>
            <a:ext cx="146304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916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17465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에이전트 ↔ 에이전트 수평 레이어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0939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에이전트 간 협력·태스크 위임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2560320"/>
            <a:ext cx="7315200" cy="749808"/>
          </a:xfrm>
          <a:prstGeom prst="rect">
            <a:avLst/>
          </a:prstGeom>
          <a:solidFill>
            <a:srgbClr val="1A2E42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560320"/>
            <a:ext cx="14630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5603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14600" y="2615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에이전트 ↔ 도구/데이터 수직 레이어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29626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외부 API·DB·파일 연결 표준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337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429000"/>
            <a:ext cx="7315200" cy="749808"/>
          </a:xfrm>
          <a:prstGeom prst="rect">
            <a:avLst/>
          </a:prstGeom>
          <a:solidFill>
            <a:srgbClr val="1A2E4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429000"/>
            <a:ext cx="14630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290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14600" y="34838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↔ 함수 호출 기본 레이어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3831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JSON Schema 기반 함수 정의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343400"/>
            <a:ext cx="7315200" cy="640080"/>
          </a:xfrm>
          <a:prstGeom prst="rect">
            <a:avLst/>
          </a:prstGeom>
          <a:solidFill>
            <a:srgbClr val="24405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708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AAIF (Agentic AI Foundation / Linux Foundation)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—  MCP · A2A · AGENTS.md · goose 중립 거버넌스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&amp; 핵심 요약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6400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MCP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AI 에이전트의 손 — 도구·데이터 연결 업계 표준 (9,700만 다운로드)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6400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75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A2A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213969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AI 에이전트의 동료 — 에이전트 간 협력 표준 (100+ 기업 지원)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34056"/>
            <a:ext cx="6400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340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7980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LLM의 기본 언어 — JSON Schema 기반 함수 호출 (strict mode 필수)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392424"/>
            <a:ext cx="640080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924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에이전트의 사내 규정 — 6만+ 저장소 채택 코딩 컨벤션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050792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50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AAIF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114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중립 거버넌스 — OpenAI·Anthropic·Google이 처음으로 같은 재단 참여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645920"/>
            <a:ext cx="192024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2026년 3월 | AI Research Producer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프로토콜 완전 정복</dc:title>
  <dc:subject>PptxGenJS Presentation</dc:subject>
  <dc:creator>AI Research Producer</dc:creator>
  <cp:lastModifiedBy>AI Research Producer</cp:lastModifiedBy>
  <cp:revision>1</cp:revision>
  <dcterms:created xsi:type="dcterms:W3CDTF">2026-03-11T10:41:08Z</dcterms:created>
  <dcterms:modified xsi:type="dcterms:W3CDTF">2026-03-11T10:41:08Z</dcterms:modified>
</cp:coreProperties>
</file>